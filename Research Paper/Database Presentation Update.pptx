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746" y="331727"/>
            <a:ext cx="8825658" cy="86142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Student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Registration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310" y="1763904"/>
            <a:ext cx="2724041" cy="272404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502806"/>
              </p:ext>
            </p:extLst>
          </p:nvPr>
        </p:nvGraphicFramePr>
        <p:xfrm>
          <a:off x="2710730" y="4879590"/>
          <a:ext cx="5820527" cy="157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0527">
                  <a:extLst>
                    <a:ext uri="{9D8B030D-6E8A-4147-A177-3AD203B41FA5}">
                      <a16:colId xmlns:a16="http://schemas.microsoft.com/office/drawing/2014/main" val="1919101969"/>
                    </a:ext>
                  </a:extLst>
                </a:gridCol>
              </a:tblGrid>
              <a:tr h="157776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Presented by: </a:t>
                      </a:r>
                      <a:r>
                        <a:rPr lang="en-US" sz="2400" dirty="0" err="1" smtClean="0"/>
                        <a:t>Md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Riyad</a:t>
                      </a:r>
                      <a:r>
                        <a:rPr lang="en-US" sz="2400" dirty="0" smtClean="0"/>
                        <a:t> Sarkar                        </a:t>
                      </a:r>
                      <a:br>
                        <a:rPr lang="en-US" sz="2400" dirty="0" smtClean="0"/>
                      </a:b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Course</a:t>
                      </a:r>
                      <a:r>
                        <a:rPr lang="en-US" sz="2400" dirty="0" smtClean="0">
                          <a:solidFill>
                            <a:srgbClr val="00B050"/>
                          </a:solidFill>
                        </a:rPr>
                        <a:t>: Database System Design</a:t>
                      </a:r>
                      <a:r>
                        <a:rPr lang="en-US" sz="2400" dirty="0" smtClean="0"/>
                        <a:t/>
                      </a:r>
                      <a:br>
                        <a:rPr lang="en-US" sz="2400" dirty="0" smtClean="0"/>
                      </a:br>
                      <a:r>
                        <a:rPr lang="en-US" sz="2400" dirty="0" smtClean="0">
                          <a:solidFill>
                            <a:srgbClr val="00B050"/>
                          </a:solidFill>
                        </a:rPr>
                        <a:t>Date: </a:t>
                      </a:r>
                      <a:r>
                        <a:rPr lang="en-US" sz="2400" dirty="0" smtClean="0"/>
                        <a:t>13/05/2026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2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089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9687" y="447393"/>
            <a:ext cx="4590478" cy="944283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Introduction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3790" y="1740468"/>
            <a:ext cx="6052008" cy="3133190"/>
          </a:xfrm>
        </p:spPr>
        <p:txBody>
          <a:bodyPr/>
          <a:lstStyle/>
          <a:p>
            <a:r>
              <a:rPr lang="en-US" sz="2800" dirty="0"/>
              <a:t>The Student Registration System is a web-based application used to manage </a:t>
            </a:r>
            <a:r>
              <a:rPr lang="en-US" sz="2800" dirty="0" smtClean="0"/>
              <a:t>student information </a:t>
            </a:r>
            <a:r>
              <a:rPr lang="en-US" sz="2800" dirty="0"/>
              <a:t>digitally. It reduces paperwork, improves accuracy, and makes </a:t>
            </a:r>
            <a:r>
              <a:rPr lang="en-US" sz="2800" dirty="0" smtClean="0"/>
              <a:t>data management.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103" y="1693334"/>
            <a:ext cx="3035480" cy="303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7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596651"/>
            <a:ext cx="4241686" cy="121329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Objectives :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User-friendly system</a:t>
            </a:r>
          </a:p>
          <a:p>
            <a:r>
              <a:rPr lang="en-US" dirty="0" smtClean="0"/>
              <a:t>Store data digitally</a:t>
            </a:r>
          </a:p>
          <a:p>
            <a:r>
              <a:rPr lang="en-US" dirty="0" smtClean="0"/>
              <a:t>Reduce error</a:t>
            </a:r>
          </a:p>
          <a:p>
            <a:r>
              <a:rPr lang="en-US" dirty="0" smtClean="0"/>
              <a:t>Easy access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582" y="1625337"/>
            <a:ext cx="3393699" cy="339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2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727636"/>
            <a:ext cx="5449889" cy="1325282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Statement: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2580" y="2343680"/>
            <a:ext cx="5251610" cy="1576402"/>
          </a:xfrm>
        </p:spPr>
        <p:txBody>
          <a:bodyPr/>
          <a:lstStyle/>
          <a:p>
            <a:r>
              <a:rPr lang="en-US" sz="2800" dirty="0" smtClean="0"/>
              <a:t>Manual system are slow, error and inefficient.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76" y="1838962"/>
            <a:ext cx="2202199" cy="220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1066799"/>
            <a:ext cx="5246689" cy="846667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Methodology: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Frontend: HTML, CSS,JS</a:t>
            </a:r>
          </a:p>
          <a:p>
            <a:r>
              <a:rPr lang="en-US" dirty="0" smtClean="0"/>
              <a:t>Backend: PHP</a:t>
            </a:r>
          </a:p>
          <a:p>
            <a:r>
              <a:rPr lang="en-US" dirty="0" smtClean="0"/>
              <a:t>Database: MySQL</a:t>
            </a:r>
          </a:p>
          <a:p>
            <a:r>
              <a:rPr lang="en-US" dirty="0" smtClean="0"/>
              <a:t>Testing &amp; Deployment: 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984504" y="1066799"/>
            <a:ext cx="1556302" cy="808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Requirement Analysis</a:t>
            </a:r>
            <a:endParaRPr lang="en-US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9912284" y="2215668"/>
            <a:ext cx="1555423" cy="10935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 Design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835191" y="2215668"/>
            <a:ext cx="1706252" cy="886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Deployment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688317" y="3849001"/>
            <a:ext cx="1400320" cy="7324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9423409" y="3849001"/>
            <a:ext cx="2044298" cy="8644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9" name="Curved Down Arrow 8"/>
          <p:cNvSpPr/>
          <p:nvPr/>
        </p:nvSpPr>
        <p:spPr>
          <a:xfrm rot="18833946">
            <a:off x="6983953" y="1459865"/>
            <a:ext cx="1102936" cy="423334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 rot="15856051">
            <a:off x="6080705" y="3272197"/>
            <a:ext cx="827398" cy="429147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6320373">
            <a:off x="11064864" y="3434981"/>
            <a:ext cx="639524" cy="288217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Left Arrow 14"/>
          <p:cNvSpPr/>
          <p:nvPr/>
        </p:nvSpPr>
        <p:spPr>
          <a:xfrm>
            <a:off x="8163612" y="4149942"/>
            <a:ext cx="1259797" cy="130544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rved Down Arrow 16"/>
          <p:cNvSpPr/>
          <p:nvPr/>
        </p:nvSpPr>
        <p:spPr>
          <a:xfrm rot="2224508">
            <a:off x="9546847" y="1485880"/>
            <a:ext cx="791852" cy="572910"/>
          </a:xfrm>
          <a:prstGeom prst="curved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310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863103"/>
            <a:ext cx="4933422" cy="1189815"/>
          </a:xfrm>
        </p:spPr>
        <p:txBody>
          <a:bodyPr/>
          <a:lstStyle/>
          <a:p>
            <a:r>
              <a:rPr lang="en-US" dirty="0" smtClean="0"/>
              <a:t>Database Design: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Table: Student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571" y="3036577"/>
            <a:ext cx="8468022" cy="36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4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912" y="292463"/>
            <a:ext cx="9719034" cy="8199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4800" b="1" dirty="0" smtClean="0">
                <a:solidFill>
                  <a:schemeClr val="bg1"/>
                </a:solidFill>
              </a:rPr>
              <a:t>Features Improvements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7286" y="1751260"/>
            <a:ext cx="5847385" cy="321666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Add </a:t>
            </a:r>
            <a:r>
              <a:rPr lang="en-US" sz="2800" dirty="0"/>
              <a:t>Student </a:t>
            </a:r>
            <a:r>
              <a:rPr lang="en-US" sz="2800" dirty="0" smtClean="0"/>
              <a:t>Information</a:t>
            </a:r>
          </a:p>
          <a:p>
            <a:r>
              <a:rPr lang="en-US" sz="2800" dirty="0"/>
              <a:t> Update Student </a:t>
            </a:r>
            <a:r>
              <a:rPr lang="en-US" sz="2800" dirty="0" smtClean="0"/>
              <a:t>Data</a:t>
            </a:r>
          </a:p>
          <a:p>
            <a:r>
              <a:rPr lang="en-US" sz="2800" dirty="0"/>
              <a:t>Delete </a:t>
            </a:r>
            <a:r>
              <a:rPr lang="en-US" sz="2800" dirty="0" smtClean="0"/>
              <a:t>Records</a:t>
            </a:r>
          </a:p>
          <a:p>
            <a:r>
              <a:rPr lang="en-US" sz="2800" dirty="0"/>
              <a:t>Search Student </a:t>
            </a:r>
            <a:r>
              <a:rPr lang="en-US" sz="2800" dirty="0" smtClean="0"/>
              <a:t>Information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701" y="1751260"/>
            <a:ext cx="2762103" cy="27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7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127" y="226474"/>
            <a:ext cx="3869329" cy="1036718"/>
          </a:xfrm>
        </p:spPr>
        <p:txBody>
          <a:bodyPr/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ER Diagram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92511" y="2978871"/>
            <a:ext cx="1659117" cy="7447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Student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2311138" y="2128102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Email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327716" y="1187778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Full_name</a:t>
            </a:r>
            <a:endParaRPr lang="en-US" sz="1400" dirty="0"/>
          </a:p>
        </p:txBody>
      </p:sp>
      <p:sp>
        <p:nvSpPr>
          <p:cNvPr id="8" name="Oval 7"/>
          <p:cNvSpPr/>
          <p:nvPr/>
        </p:nvSpPr>
        <p:spPr>
          <a:xfrm>
            <a:off x="7648282" y="2767554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Mother name</a:t>
            </a:r>
            <a:endParaRPr lang="en-US" b="1" dirty="0"/>
          </a:p>
        </p:txBody>
      </p:sp>
      <p:sp>
        <p:nvSpPr>
          <p:cNvPr id="9" name="Oval 8"/>
          <p:cNvSpPr/>
          <p:nvPr/>
        </p:nvSpPr>
        <p:spPr>
          <a:xfrm>
            <a:off x="7475456" y="1502005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Father Name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149365" y="5016633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Address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740923" y="4344973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r>
              <a:rPr lang="en-US" dirty="0"/>
              <a:t>e</a:t>
            </a:r>
            <a:r>
              <a:rPr lang="en-US" dirty="0" smtClean="0"/>
              <a:t>nder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346625" y="3878346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Date-of Birth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2258896" y="3700808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Phone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601825" y="1286368"/>
            <a:ext cx="1621410" cy="933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Student-id</a:t>
            </a:r>
            <a:endParaRPr lang="en-US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3827282" y="2767554"/>
            <a:ext cx="1065229" cy="4501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502867" y="2192912"/>
            <a:ext cx="754933" cy="766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877748" y="3668599"/>
            <a:ext cx="1040089" cy="480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5513110" y="2107677"/>
            <a:ext cx="315010" cy="8519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9" idx="3"/>
          </p:cNvCxnSpPr>
          <p:nvPr/>
        </p:nvCxnSpPr>
        <p:spPr>
          <a:xfrm flipH="1">
            <a:off x="6354454" y="2298587"/>
            <a:ext cx="1358452" cy="6610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6551628" y="3082336"/>
            <a:ext cx="1161278" cy="54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138421" y="3720053"/>
            <a:ext cx="159268" cy="657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471213" y="3700808"/>
            <a:ext cx="923130" cy="4501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5091361" y="3700808"/>
            <a:ext cx="313543" cy="1315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58599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804332"/>
            <a:ext cx="4662488" cy="1248586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Requirements: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Hardware: Computer/Laptop</a:t>
            </a:r>
          </a:p>
          <a:p>
            <a:r>
              <a:rPr lang="en-US" dirty="0" smtClean="0"/>
              <a:t>Software: XAMPP, VS Code, Browser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5923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5740" y="499850"/>
            <a:ext cx="6056347" cy="725634"/>
          </a:xfrm>
        </p:spPr>
        <p:txBody>
          <a:bodyPr/>
          <a:lstStyle/>
          <a:p>
            <a:pPr algn="ctr"/>
            <a:r>
              <a:rPr lang="en-US" sz="6600" b="1" dirty="0"/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0284" y="2150106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Student Registration System is an effective solution for managing student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information digitally. It saves time, reduces paperwork, and improves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8283" y="5129694"/>
            <a:ext cx="38587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56137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438</TotalTime>
  <Words>160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PowerPoint Presentation</vt:lpstr>
      <vt:lpstr>Introduction</vt:lpstr>
      <vt:lpstr>Objectives :</vt:lpstr>
      <vt:lpstr>Problem Statement:</vt:lpstr>
      <vt:lpstr>Methodology:</vt:lpstr>
      <vt:lpstr>Database Design:</vt:lpstr>
      <vt:lpstr> Features Improvements</vt:lpstr>
      <vt:lpstr>ER Diagram</vt:lpstr>
      <vt:lpstr>Requirements: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by: Md Riyad Sarkar                          Course: Date: 29/04/2026</dc:title>
  <dc:creator>Hp ZBOOK</dc:creator>
  <cp:lastModifiedBy>Hp ZBOOK</cp:lastModifiedBy>
  <cp:revision>25</cp:revision>
  <dcterms:created xsi:type="dcterms:W3CDTF">2026-04-28T11:33:18Z</dcterms:created>
  <dcterms:modified xsi:type="dcterms:W3CDTF">2026-05-16T05:05:40Z</dcterms:modified>
</cp:coreProperties>
</file>